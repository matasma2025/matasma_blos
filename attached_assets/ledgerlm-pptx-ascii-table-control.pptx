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Entity P and L - Compatibility Test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42416"/>
          <a:ext cx="11201400" cy="5193792"/>
        </p:xfrm>
        <a:graphic>
          <a:graphicData uri="http://schemas.openxmlformats.org/drawingml/2006/table">
            <a:tbl>
              <a:tblPr/>
              <a:tblGrid>
                <a:gridCol w="1874520"/>
                <a:gridCol w="1865376"/>
                <a:gridCol w="1865376"/>
                <a:gridCol w="1865376"/>
                <a:gridCol w="1865376"/>
                <a:gridCol w="1865376"/>
              </a:tblGrid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Line item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Jul 2026 MTD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Apr 2026 MTD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 2025 YE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Percent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Revenue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1,234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1,120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1,050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Benefits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1,234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1,120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1,050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Outsourcing Cost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1,234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1,120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1,050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Consultancy Charges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1,234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1,120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1,050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 Charges and Other Revenue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1,234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1,120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1,050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Facilities Cost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1,234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1,120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1,050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Expenses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1,234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1,120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1,050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Expenses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1,234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1,120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1,050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EBIT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1,234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1,120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1,050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EBIT Percent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1,234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1,120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1,050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 Capacity On-roll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1,234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1,120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1,050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 Capacity Outsourcing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1,234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1,120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1,050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End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1,234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1,120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1,050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Capacity Overall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1,234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1,120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1,050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Capacity Outsourcing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1,234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1,120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1,050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Average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1,234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1,120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1,050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114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2026-09-29T15:23:24Z</dcterms:created>
  <dcterms:modified xsi:type="dcterms:W3CDTF">2026-09-29T15:23:24Z</dcterms:modified>
</cp:coreProperties>
</file>