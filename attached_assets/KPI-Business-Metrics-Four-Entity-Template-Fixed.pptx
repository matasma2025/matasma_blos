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{{ww_budget_revenue_summary}}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{{ww_internal_utilization_summary}}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{{ww_external_utilization_summary}}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{{ww_capacity_summary}}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{{ww_capacity_detail}}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{{ww_source_note}}  •  Actuals: {{ww_actual_source_label}}  •  Forecast: {{ww_forecast_source_label}}  •  {{ww_period_label}}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{{ww_warnings}}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{{ww_entity_label}}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{{in_budget_revenue_summary}}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{{in_internal_utilization_summary}}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{{in_external_utilization_summary}}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{{in_capacity_summary}}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{{in_capacity_detail}}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{{in_source_note}}  •  Actuals: {{in_actual_source_label}}  •  Forecast: {{in_forecast_source_label}}  •  {{in_period_label}}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{{in_warnings}}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{{in_entity_label}}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{{vn_budget_revenue_summary}}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{{vn_internal_utilization_summary}}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{{vn_internal_utilization_detail}}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{{vn_external_utilization_summary}}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{{vn_external_utilization_detail}}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{{vn_capacity_summary}}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{{vn_capacity_detail}}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{{vn_source_note}}  •  Actuals: {{vn_actual_source_label}}  •  Forecast: {{vn_forecast_source_label}}  •  {{vn_period_label}}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{{vn_warnings}}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{{vn_entity_label}}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{{report_month}}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{{mx_budget_revenue_summary}}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{{mx_budget_revenue_detail}}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{{mx_internal_utilization_summary}}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{{mx_internal_utilization_detail}}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{{mx_capacity_summary}}</a:t>
            </a:r>
          </a:p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{{mx_capacity_detail}}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{{mx_source_note}}  •  Actuals: {{mx_actual_source_label}}  •  Forecast: {{mx_forecast_source_label}}  •  {{mx_period_label}}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{{mx_warnings}}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{{mx_entity_label}}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