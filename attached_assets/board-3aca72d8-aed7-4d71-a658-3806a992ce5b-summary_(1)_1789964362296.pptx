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856.9 mUSD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85.1%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77.1%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32,440.5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July 2026  •  Actuals: Anaplan actuals · unversioned actual export rows  •  Forecast: MBR workbook · YTD Forecast  •  Jul 2026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forecast rows for this period, scenario, and entity scope. | Capacity: no forecast rows for this period, scenario, and entity scope. |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742.5 mUSD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84.2%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74.4%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27,610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•  Actuals: Anaplan actuals · unversioned actual export rows  •  Forecast: MBR workbook · YTD Forecast  •  Jul 2026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forecast rows for this period, scenario, and entity scope. | Capacity: no forecast rows for this period, scenario, and entity scope. |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112.4 mUSD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89.9%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91.3%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4,176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 •  Actuals: Anaplan actuals · unversioned actual export rows  •  Forecast: MBR workbook · YTD Forecast  •  Jul 2026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Budget / Revenue: no forecast rows for this period, scenario, and entity scope. | Capacity: no forecast rows for this period, scenario, and entity scope. |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29.9 mUSD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91.6%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654.5</a:t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forecast or variance available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July 2026  •  Actuals: Anaplan actuals · unversioned actual export rows  •  Forecast: MBR workbook · YTD Forecast  •  Jul 2026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Budget / Revenue: no forecast rows for this period, scenario, and entity scope. | Capacity: no forecast rows for this period, scenario, and entity scope. |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