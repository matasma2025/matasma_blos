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4048" y="104241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" y="107442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item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58568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0572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23944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55948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2026 MTD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89320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1324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54696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6700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720072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2076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4048" y="134793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" y="137993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58568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0572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₹1,250,000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23944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5948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₹1,150,000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89320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1324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₹1,325,000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54696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6700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₹100,000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20072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2076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4048" y="1653450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" y="1685454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Benefits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58568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0572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₹310,000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23944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5948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₹285,200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89320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1324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₹328,600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854696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6700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₹24,800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720072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2076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4048" y="195896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" y="199097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Outsourcing Cost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58568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0572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₹185,000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23944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55948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₹170,200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989320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1324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₹196,100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54696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86700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₹14,800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720072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52076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4048" y="226448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" y="229648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Consultancy Charges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58568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90572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₹54,000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23944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55948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₹49,680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9320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21324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₹57,240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854696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86700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₹4,320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720072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52076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84048" y="257000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052" y="260200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Charges &amp; Other Revenue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258568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90572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₹12,000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123944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55948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₹11,040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989320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21324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₹12,720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54696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86700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₹960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720072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52076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84048" y="287551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6052" y="290752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Facilities Cost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258568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90572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₹32,000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123944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55948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₹29,440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89320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21324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₹33,920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854696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86700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₹2,560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9720072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52076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84048" y="318103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6052" y="321304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Expenses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258568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90572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₹46,000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123944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55948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₹42,320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989320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21324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₹48,760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854696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86700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₹3,680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720072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752076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84048" y="348655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6052" y="351855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Expenses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258568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90572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₹627,000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123944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55948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₹576,840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989320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21324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₹664,620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854696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886700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₹50,160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9720072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52076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84048" y="379207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6052" y="382407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2258568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90572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₹623,000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23944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55948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₹573,160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989320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21324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₹660,380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7854696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886700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₹49,840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9720072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752076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84048" y="409758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16052" y="412959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58568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90572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49.8%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4123944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155948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47.0%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5989320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21324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53.0%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854696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886700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 pp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9720072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752076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84048" y="440310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16052" y="443510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On-roll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258568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290572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238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123944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55948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219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5989320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021324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7854696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886700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9720072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752076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84048" y="470862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16052" y="474062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Outsourcing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258568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290572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123944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155948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989320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1324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7854696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886700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9720072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752076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7.7%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384048" y="501413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16052" y="504614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End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2258568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290572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4123944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155948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258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5989320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021324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297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7854696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886700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9720072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752076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384048" y="531965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16052" y="535166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Overall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258568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290572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274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4123944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55948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5989320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021324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290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7854696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886700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9720072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752076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384048" y="5625174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16052" y="5657178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Outsourcing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258568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290572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123944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155948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5989320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021324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7854696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886700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9720072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752076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8.3%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384048" y="593069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16052" y="596269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Average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2258568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290572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313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4123944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155948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288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5989320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021324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332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7854696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886700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9720072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752076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April 2026  ·  Source: reconciled monthly actuals  ·  Forecast shown separately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</dc:title>
  <dc:subject>Entity P&amp;L standalone analysis</dc:subject>
  <dc:creator>LedgerLM</dc:creator>
  <cp:lastModifiedBy>LedgerLM</cp:lastModifiedBy>
  <cp:revision>1</cp:revision>
  <dcterms:created xsi:type="dcterms:W3CDTF">2026-09-29T15:35:26Z</dcterms:created>
  <dcterms:modified xsi:type="dcterms:W3CDTF">2026-09-29T15:35:26Z</dcterms:modified>
</cp:coreProperties>
</file>