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8412163"/>
  <p:notesSz cx="841216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2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3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Jul 2026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496312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19" name="Shape 17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World Wide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915.9 mUSD is higher by 23.6 mUSD compared with Forecast 892.3 mUSD.</a:t>
            </a:r>
          </a:p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MS: YTD 07.26 Actual 612.3 mUSD is higher by 6.8 mUSD compared with Forecast 605.4 mUSD.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MM: YTD 07.26 Actual 56.1 mUSD is higher by 1.8 mUSD compared with Forecast 54.4 mUSD.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SDS: YTD 07.26 Actual 58.9 mUSD is higher by 4.2 mUSD compared with Forecast 54.7 mUSD.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MS-External: YTD 07.26 Actual 19.1 mUSD is lower by 0.8 mUSD compared with Forecast 19.9 mUSD.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Service: YTD 07.26 Actual 166.7 mUSD is higher by 12.1 mUSD compared with Forecast 154.5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03504" y="313019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</a:p>
        </p:txBody>
      </p:sp>
      <p:sp>
        <p:nvSpPr>
          <p:cNvPr id="43" name="Text 41"/>
          <p:cNvSpPr/>
          <p:nvPr/>
        </p:nvSpPr>
        <p:spPr>
          <a:xfrm>
            <a:off x="740664" y="331307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94.7%; governed Forecast is unavailable.</a:t>
            </a:r>
          </a:p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MS: YTD 07.26 Actual is 94.7%; governed Forecast is unavailable.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MM: YTD 07.26 Actual is 94.2%; governed Forecast is unavailable.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SDS: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MS-External: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Service: no governed Actual or Forecast value is available for YTD 07.26.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631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</a:p>
        </p:txBody>
      </p:sp>
      <p:sp>
        <p:nvSpPr>
          <p:cNvPr id="46" name="Text 44"/>
          <p:cNvSpPr/>
          <p:nvPr/>
        </p:nvSpPr>
        <p:spPr>
          <a:xfrm>
            <a:off x="749808" y="443919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100.8%; governed Forecast is unavailable.</a:t>
            </a:r>
          </a:p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MS: YTD 07.26 Actual is 100.6%; governed Forecast is unavailable.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MM: YTD 07.26 Actual is 102.3%; governed Forecast is unavailable.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SDS: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MS-External: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Service: no governed Actual or Forecast value is available for YTD 07.26.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3937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225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31,531 HC is higher by 90 HC compared with Forecast 31,441 HC.</a:t>
            </a:r>
          </a:p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MS: YTD 07.26 Actual 20,090 HC is lower by 111 HC compared with Forecast 20,201 HC.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MM: YTD 07.26 Actual 1,914 HC is higher by 70 HC compared with Forecast 1,843 HC.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SDS: YTD 07.26 Actual 2,103 HC is higher by 32 HC compared with Forecast 2,071 HC.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MS-External: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Service: YTD 07.26 Actual 7,094 HC is higher by 63 HC compared with Forecast 7,030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81584" y="7306516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1584" y="6915209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1584" y="7125521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1584" y="744556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External Utilization: no mapped Anaplan actual rows for this period and entity scope.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5272" y="786618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World Wide (Global)  •  Slide 1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Jul 2026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626864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BGSW India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8264" y="183806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5424" y="2020941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742.5 mUSD is higher by 20.6 mUSD compared with Forecast 721.9 mUSD.</a:t>
            </a:r>
          </a:p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MS: YTD 07.26 Actual 507.0 mUSD is higher by 7.7 mUSD compared with Forecast 499.3 mUSD.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MM: YTD 07.26 Actual 42.3 mUSD is higher by 1.5 mUSD compared with Forecast 40.9 mUSD.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SDS: YTD 07.26 Actual 37.7 mUSD is higher by 1.3 mUSD compared with Forecast 36.5 mUSD.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MS-External: YTD 07.26 Actual 14.4 mUSD is lower by 0.4 mUSD compared with Forecast 14.8 mUSD.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Service: YTD 07.26 Actual 138.2 mUSD is higher by 11.3 mUSD compared with Forecast 126.9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94.6%; governed Forecast is unavailable.</a:t>
            </a:r>
          </a:p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MS: YTD 07.26 Actual is 94.6%; governed Forecast is unavailable.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MM: YTD 07.26 Actual is 93.8%; governed Forecast is unavailable.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SDS: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MS-External: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Service: no governed Actual or Forecast value is available for YTD 07.26.</a:t>
            </a:r>
          </a:p>
        </p:txBody>
      </p:sp>
      <p:sp>
        <p:nvSpPr>
          <p:cNvPr id="45" name="Text 43"/>
          <p:cNvSpPr/>
          <p:nvPr/>
        </p:nvSpPr>
        <p:spPr>
          <a:xfrm>
            <a:off x="600456" y="415102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7616" y="433390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100.2%; governed Forecast is unavailable.</a:t>
            </a:r>
          </a:p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MS: YTD 07.26 Actual is 100.1%; governed Forecast is unavailable.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MM: YTD 07.26 Actual is 101.4%; governed Forecast is unavailable.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SDS: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MS-External: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Service: no governed Actual or Forecast value is available for YTD 07.26.</a:t>
            </a:r>
          </a:p>
        </p:txBody>
      </p:sp>
      <p:sp>
        <p:nvSpPr>
          <p:cNvPr id="48" name="Text 46"/>
          <p:cNvSpPr/>
          <p:nvPr/>
        </p:nvSpPr>
        <p:spPr>
          <a:xfrm>
            <a:off x="640080" y="547737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77240" y="566025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26,644 HC is higher by 198 HC compared with Forecast 26,445 HC.</a:t>
            </a:r>
          </a:p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MS: YTD 07.26 Actual 16,949 HC is lower by 143 HC compared with Forecast 17,092 HC.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MM: YTD 07.26 Actual 1,503 HC is higher by 96 HC compared with Forecast 1,408 HC.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SDS: YTD 07.26 Actual 1,948 HC is higher by 97 HC compared with Forecast 1,851 HC.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MS-External: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Service: YTD 07.26 Actual 5,913 HC is higher by 111 HC compared with Forecast 5,802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93776" y="6780393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93776" y="6890121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93776" y="7100433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93776" y="7420473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External Utilization: no mapped Anaplan actual rows for this period and entity scope.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27464" y="7841097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(BGSW)  •  Slide 2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Jul 2026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757416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BGSV Vietnam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0456" y="179008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7616" y="197296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112.4 mUSD is higher by 0.6 mUSD compared with Forecast 111.9 mUSD.</a:t>
            </a:r>
          </a:p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MS: YTD 07.26 Actual 74.8 mUSD is lower by 0.1 mUSD compared with Forecast 74.9 mUSD.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MM: YTD 07.26 Actual 6.7 mUSD is lower by 0.1 mUSD compared with Forecast 6.9 mUSD.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SDS: YTD 07.26 Actual 2.3 mUSD is lower by 0.2 mUSD compared with Forecast 2.5 mUSD.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MS-External: YTD 07.26 Forecast is 0.0 mUSD; governed Actual is unavailable.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Service: YTD 07.26 Actual 28.6 mUSD is higher by 1.0 mUSD compared with Forecast 27.6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95.8%; governed Forecast is unavailable.</a:t>
            </a:r>
          </a:p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MS: YTD 07.26 Actual is 95.7%; governed Forecast is unavailable.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MM: YTD 07.26 Actual is 96.9%; governed Forecast is unavailable.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SDS: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MS-External: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Service: no governed Actual or Forecast value is available for YTD 07.26.</a:t>
            </a:r>
          </a:p>
        </p:txBody>
      </p:sp>
      <p:sp>
        <p:nvSpPr>
          <p:cNvPr id="45" name="Text 43"/>
          <p:cNvSpPr/>
          <p:nvPr/>
        </p:nvSpPr>
        <p:spPr>
          <a:xfrm>
            <a:off x="640080" y="423850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77240" y="442138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103.7%; governed Forecast is unavailable.</a:t>
            </a:r>
          </a:p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MS: YTD 07.26 Actual is 103.8%; governed Forecast is unavailable.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MM: YTD 07.26 Actual is 103.2%; governed Forecast is unavailable.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SDS: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MS-External: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Service: no governed Actual or Forecast value is available for YTD 07.26.</a:t>
            </a:r>
          </a:p>
        </p:txBody>
      </p:sp>
      <p:sp>
        <p:nvSpPr>
          <p:cNvPr id="48" name="Text 46"/>
          <p:cNvSpPr/>
          <p:nvPr/>
        </p:nvSpPr>
        <p:spPr>
          <a:xfrm>
            <a:off x="600456" y="55229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7616" y="57058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4,034 HC is lower by 93 HC compared with Forecast 4,126 HC.</a:t>
            </a:r>
          </a:p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MS: YTD 07.26 Actual 2,504 HC is lower by 32 HC compared with Forecast 2,536 HC.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MM: YTD 07.26 Actual 244 HC is lower by 29 HC compared with Forecast 273 HC.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SDS: YTD 07.26 Actual 111 HC is higher by 23 HC compared with Forecast 88 HC.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MS-External: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Service: YTD 07.26 Actual 1,175 HC is lower by 54 HC compared with Forecast 1,229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38912" y="6885312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38912" y="6995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6344" y="7238089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38912" y="742461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External Utilization: no mapped Anaplan actual rows for this period and entity scope.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372600" y="784523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(BGSV)  •  Slide 3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Jul 2026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8887968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</a:t>
            </a:r>
            <a:endParaRPr lang="en-US" sz="4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/ info to GLs — NE-MX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5216" y="204925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2376" y="2232132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29.9 mUSD is higher by 1.1 mUSD compared with Forecast 28.8 mUSD.</a:t>
            </a:r>
          </a:p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MS: YTD 07.26 Actual 21.7 mUSD is lower by 0.2 mUSD compared with Forecast 21.9 mUSD.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MM: YTD 07.26 Actual 7.5 mUSD is higher by 1.5 mUSD compared with Forecast 5.9 mUSD.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SDS: YTD 07.26 Actual 0.7 mUSD is lower by 0.3 mUSD compared with Forecast 1.0 mUSD.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MS-External: YTD 07.26 Forecast is 0.0 mUSD; governed Actual is unavailable.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Service: YTD 07.26 Forecast is 0.0 mUSD; governed Actual is unavailable.</a:t>
            </a:r>
          </a:p>
        </p:txBody>
      </p:sp>
      <p:sp>
        <p:nvSpPr>
          <p:cNvPr id="42" name="Text 40"/>
          <p:cNvSpPr/>
          <p:nvPr/>
        </p:nvSpPr>
        <p:spPr>
          <a:xfrm>
            <a:off x="631767" y="342699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8927" y="360987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92.2%; governed Forecast is unavailable.</a:t>
            </a:r>
          </a:p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MS: YTD 07.26 Actual is 91.8%; governed Forecast is unavailable.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MM: YTD 07.26 Actual is 94.0%; governed Forecast is unavailable.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SDS: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MS-External: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Service: no governed Actual or Forecast value is available for YTD 07.26.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4941994"/>
            <a:ext cx="3657600" cy="252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124875"/>
            <a:ext cx="10716768" cy="123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635 HC is higher by 8 HC compared with Forecast 627 HC.</a:t>
            </a:r>
          </a:p>
          <a:p>
            <a:pPr marL="0" indent="0">
              <a:lnSpc>
                <a:spcPct val="112000"/>
              </a:lnSpc>
              <a:spcAft>
                <a:spcPts val="40"/>
              </a:spcAft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MS: YTD 07.26 Actual 456 HC is lower by 8 HC compared with Forecast 464 HC.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MM: YTD 07.26 Actual 156 HC is higher by 20 HC compared with Forecast 136 HC.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SDS: YTD 07.26 Actual 22 HC is lower by 5 HC compared with Forecast 27 HC.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MS-External: no governed Actual or Forecast value is available for YTD 07.26.</a:t>
            </a:r>
            <a:br/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Service: YTD 07.26 Forecast is 0 HC; governed Actual is unavailable.</a:t>
            </a:r>
          </a:p>
        </p:txBody>
      </p:sp>
      <p:sp>
        <p:nvSpPr>
          <p:cNvPr id="50" name="Shape 48"/>
          <p:cNvSpPr/>
          <p:nvPr/>
        </p:nvSpPr>
        <p:spPr>
          <a:xfrm>
            <a:off x="521208" y="6793675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21208" y="6903403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&amp; governance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21208" y="7113715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Governed green scope  •  Actuals: Anaplan actuals · unversioned actual export rows  •  Forecast: MBR workbook · YTD Forecast  •  YTD 07.26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21208" y="7433755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Warnings / data-quality notes: External Utilization: no mapped Anaplan actual rows for this period and entity scope.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493898" y="7884473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Mexico (NE-MX)  •  Slide 4 of 4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| Governed Enterprise Data | KPI Metrics Board</a:t>
            </a:r>
            <a:endParaRPr lang="en-US" sz="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BOSCH</a:t>
            </a:r>
            <a:endParaRPr lang="en-US" sz="93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774</Words>
  <Application>Microsoft Office PowerPoint</Application>
  <PresentationFormat>Custom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Metrics KPI Report — Four Entity Template</dc:title>
  <dc:subject>Four-entity editable governed KPI Metrics PowerPoint template</dc:subject>
  <dc:creator>LedgerLM</dc:creator>
  <cp:lastModifiedBy>Rahitha</cp:lastModifiedBy>
  <cp:revision>7</cp:revision>
  <dcterms:created xsi:type="dcterms:W3CDTF">2026-09-03T06:22:02Z</dcterms:created>
  <dcterms:modified xsi:type="dcterms:W3CDTF">2026-09-18T08:32:20Z</dcterms:modified>
</cp:coreProperties>
</file>