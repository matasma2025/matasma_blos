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94.7%; YTD 07.25: —; YTD 06.26 is —
MS: YTD 07.26 is 94.7%; YTD 07.25: —; YTD 06.26 is —
MM: YTD 07.26 is 94.2%;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100.8%; YTD 07.25: —; YTD 06.26 is —
MS: YTD 07.26 is 100.6%; YTD 07.25: —; YTD 06.26 is —
MM: YTD 07.26 is 102.3%;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31,541.6 HC is higher by 100.9 HC compared with Forecast 31,440.8 HC.
MS: YTD 07.26 Actual 20,088.2 HC is lower by 112.6 HC compared with Forecast 20,200.9 HC.
MM: YTD 07.26 Actual 1,870.5 HC is higher by 27.4 HC compared with Forecast 1,843.1 HC.
SDS: YTD 07.26 Actual 2,158.5 HC is higher by 87.5 HC compared with Forecast 2,071 HC.
Integrated Service: YTD 07.26 Actual 7,141.5 HC is higher by 111.4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94.6%; YTD 07.25: —; YTD 06.26 is —
MS: YTD 07.26 is 94.6%; YTD 07.25: —; YTD 06.26 is —
MM: YTD 07.26 is 93.8%;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100.2%; YTD 07.25: —; YTD 06.26 is —
MS: YTD 07.26 is 100.1%; YTD 07.25: —; YTD 06.26 is —
MM: YTD 07.26 is 101.4%;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26,568.6 HC is higher by 215.6 HC compared with Forecast 26,353 HC.
MS: YTD 07.26 Actual 16,948.9 HC is lower by 54.3 HC compared with Forecast 17,003.2 HC.
MM: YTD 07.26 Actual 1,428.3 HC is higher by 24.5 HC compared with Forecast 1,403.8 HC.
SDS: YTD 07.26 Actual 1,947.8 HC is higher by 97.1 HC compared with Forecast 1,850.7 HC.
Integrated Service: YTD 07.26 Actual 5,960.7 HC is higher by 159.2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95.8%; YTD 07.25: —; YTD 06.26 is —
MS: YTD 07.26 is 95.7%; YTD 07.25: —; YTD 06.26 is —
MM: YTD 07.26 is 96.9%;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103.7%; YTD 07.25: —; YTD 06.26 is —
MS: YTD 07.26 is 103.8%; YTD 07.25: —; YTD 06.26 is —
MM: YTD 07.26 is 103.2%;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92.2%; YTD 07.25: —; YTD 06.26 is —
MS: YTD 07.26 is 91.8%; YTD 07.25: —; YTD 06.26 is —
MM: YTD 07.26 is 94%;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454.5 HC is lower by 9.5 HC compared with Forecast 464 HC.
MM: YTD 07.26 Actual 160.5 HC is higher by 24.5 HC compared with Forecast 136 HC.
SDS: YTD 07.26 Actual 21.8 HC is lower by 5.2 HC compared with Forecast 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