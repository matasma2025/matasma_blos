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P&amp;L – All entities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93192" y="713232"/>
            <a:ext cx="11155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 2026 MTD · QOQ versus Mar 2026 MTD · Values in INR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42416"/>
          <a:ext cx="11201400" cy="5193792"/>
        </p:xfrm>
        <a:graphic>
          <a:graphicData uri="http://schemas.openxmlformats.org/drawingml/2006/table">
            <a:tbl>
              <a:tblPr/>
              <a:tblGrid>
                <a:gridCol w="1874520"/>
                <a:gridCol w="1865376"/>
                <a:gridCol w="1865376"/>
                <a:gridCol w="1865376"/>
                <a:gridCol w="1865376"/>
                <a:gridCol w="1865376"/>
              </a:tblGrid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 item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Jun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 2025 YE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Benefits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Outsourcing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Consultancy Charges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 Charges &amp; Other 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Facilities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On-roll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End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Overall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Average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84048" y="63367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Actual Entity P&amp;L rows were found for the selected period and entity scope.  ·  Actual source snapshots are missing (Jun 2026: Revenue Summary and Cost Summary; May 2026: Revenue Summary and Cost Summary; Mar 2026: Revenue Summary and Cost Summary; Feb 2026: Revenue Summary and Cost Summary; Dec 2025: Revenue Summary and Cost Summary); affected P&amp;L values are shown as —, not zero.  ·  No on-roll or outsourcing capacity rows were found for this scope.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Entity P&amp;L standalone analysis</dc:subject>
  <dc:creator>LedgerLM</dc:creator>
  <cp:lastModifiedBy>LedgerLM</cp:lastModifiedBy>
  <cp:revision>1</cp:revision>
  <dcterms:created xsi:type="dcterms:W3CDTF">2026-09-29T10:43:48Z</dcterms:created>
  <dcterms:modified xsi:type="dcterms:W3CDTF">2026-09-29T10:43:48Z</dcterms:modified>
</cp:coreProperties>
</file>