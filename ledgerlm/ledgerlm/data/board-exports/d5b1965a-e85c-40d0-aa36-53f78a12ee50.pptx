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7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0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Q2'26 – QOQ : June'26 v March'26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All entities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QOQ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24126"/>
              </p:ext>
            </p:extLst>
          </p:nvPr>
        </p:nvGraphicFramePr>
        <p:xfrm>
          <a:off x="438912" y="1170432"/>
          <a:ext cx="5138928" cy="3963924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entities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June'26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Mar'26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onroll</a:t>
                      </a:r>
                      <a:r>
                        <a:rPr lang="en-US" sz="610" dirty="0" err="1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outsourcing</a:t>
                      </a:r>
                      <a:r>
                        <a:rPr lang="en-US" sz="61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onroll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movements from the selected comparison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Actual Entity P&amp;L rows were found for the selected period and entity scope.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July 2026 · Actual and CF scenarios remain separate.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7909560" cy="292608"/>
          </a:xfrm>
          <a:prstGeom prst="rect">
            <a:avLst/>
          </a:prstGeom>
          <a:solidFill>
            <a:srgbClr val="008A99"/>
          </a:solidFill>
          <a:ln w="12700">
            <a:solidFill>
              <a:srgbClr val="008A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909560" y="6565392"/>
            <a:ext cx="242316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0332720" y="6565392"/>
            <a:ext cx="18562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84048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17352" y="6574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603</Words>
  <Application>Microsoft Office PowerPoint</Application>
  <PresentationFormat>Widescreen</PresentationFormat>
  <Paragraphs>152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Rahitha</cp:lastModifiedBy>
  <cp:revision>2</cp:revision>
  <dcterms:created xsi:type="dcterms:W3CDTF">2026-08-20T14:50:05Z</dcterms:created>
  <dcterms:modified xsi:type="dcterms:W3CDTF">2026-08-24T05:48:23Z</dcterms:modified>
</cp:coreProperties>
</file>