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08.26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
MS-External: no governed Actual or Forecast value is available for YTD 08.26.
Integrated Service: no governed Actual or Forecast value is available for YTD 08.26.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94.7%
MS: YTD 08.26 is —; YTD 08.25: —; YTD 07.26 is 94.7%
MM: YTD 08.26 is —; YTD 08.25: —; YTD 07.26 is 94.2%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100.8%
MS: YTD 08.26 is —; YTD 08.25: —; YTD 07.26 is 100.6%
MM: YTD 08.26 is —; YTD 08.25: —; YTD 07.26 is 102.3%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
Integrated Service: no governed Actual or Forecast value is available for YTD 08.26.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08.26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Budget / Revenue: no mapped actual rows for this period and entity scope. | Budget / Revenue: no forecast rows for this period, scenario, and entity scope. | Internal Utilization: no mapped actual rows for this period and entity scope. | External Utilization: no mapped actual rows for this period and entity scope. | Capacity: no mapped actual rows for this period and entity scope. | Capacity: no forecast rows for this period, scenario, and entity scope. | World Wide: Budget / Revenue has no actual source rows. | World Wide: Internal Utilization has no actual source rows. | World Wide: External Utilization has no actual source rows. | World Wide: Capacity has no actual source rows. | India: Budget / Revenue has no actual source rows. | India: Internal Utilization has no actual source rows. | India: External Utilization has no actual source rows. | India: Capacity has no actual source rows. | Vietnam: Budget / Revenue has no actual source rows. | Vietnam: Internal Utilization has no actual source rows. | Vietnam: External Utilization has no actual source rows. | Vietnam: Capacity has no actual source rows. | Mexico: Budget / Revenue has no actual source rows. | Mexico: Internal Utilization has no actual source rows. | Mexico: External Utilization has no actual source rows. | Mexico: Capacity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08.26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
MS-External: no governed Actual or Forecast value is available for YTD 08.26.
Integrated Service: no governed Actual or Forecast value is available for YTD 08.26.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94.6%
MS: YTD 08.26 is —; YTD 08.25: —; YTD 07.26 is 94.6%
MM: YTD 08.26 is —; YTD 08.25: —; YTD 07.26 is 93.8%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100.2%
MS: YTD 08.26 is —; YTD 08.25: —; YTD 07.26 is 100.1%
MM: YTD 08.26 is —; YTD 08.25: —; YTD 07.26 is 101.4%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
Integrated Service: no governed Actual or Forecast value is available for YTD 08.26.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08.26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Budget / Revenue: no mapped actual rows for this period and entity scope. | Budget / Revenue: no forecast rows for this period, scenario, and entity scope. | Internal Utilization: no mapped actual rows for this period and entity scope. | External Utilization: no mapped actual rows for this period and entity scope. | Capacity: no mapped actual rows for this period and entity scope. | Capacity: no forecast rows for this period, scenario, and entity scope. | World Wide: Budget / Revenue has no actual source rows. | World Wide: Internal Utilization has no actual source rows. | World Wide: External Utilization has no actual source rows. | World Wide: Capacity has no actual source rows. | India: Budget / Revenue has no actual source rows. | India: Internal Utilization has no actual source rows. | India: External Utilization has no actual source rows. | India: Capacity has no actual source rows. | Vietnam: Budget / Revenue has no actual source rows. | Vietnam: Internal Utilization has no actual source rows. | Vietnam: External Utilization has no actual source rows. | Vietnam: Capacity has no actual source rows. | Mexico: Budget / Revenue has no actual source rows. | Mexico: Internal Utilization has no actual source rows. | Mexico: External Utilization has no actual source rows. | Mexico: Capacity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08.26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
Integrated Service: no governed Actual or Forecast value is available for YTD 08.26.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95.8%
MS: YTD 08.26 is —; YTD 08.25: —; YTD 07.26 is 95.7%
MM: YTD 08.26 is —; YTD 08.25: —; YTD 07.26 is 96.9%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103.7%
MS: YTD 08.26 is —; YTD 08.25: —; YTD 07.26 is 103.8%
MM: YTD 08.26 is —; YTD 08.25: —; YTD 07.26 is 103.2%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
Integrated Service: no governed Actual or Forecast value is available for YTD 08.26.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08.26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Budget / Revenue: no mapped actual rows for this period and entity scope. | Budget / Revenue: no forecast rows for this period, scenario, and entity scope. | Internal Utilization: no mapped actual rows for this period and entity scope. | External Utilization: no mapped actual rows for this period and entity scope. | Capacity: no mapped actual rows for this period and entity scope. | Capacity: no forecast rows for this period, scenario, and entity scope. | World Wide: Budget / Revenue has no actual source rows. | World Wide: Internal Utilization has no actual source rows. | World Wide: External Utilization has no actual source rows. | World Wide: Capacity has no actual source rows. | India: Budget / Revenue has no actual source rows. | India: Internal Utilization has no actual source rows. | India: External Utilization has no actual source rows. | India: Capacity has no actual source rows. | Vietnam: Budget / Revenue has no actual source rows. | Vietnam: Internal Utilization has no actual source rows. | Vietnam: External Utilization has no actual source rows. | Vietnam: Capacity has no actual source rows. | Mexico: Budget / Revenue has no actual source rows. | Mexico: Internal Utilization has no actual source rows. | Mexico: External Utilization has no actual source rows. | Mexico: Capacity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08.26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08.26 is —; YTD 08.25: —; YTD 07.26 is 92.2%
MS: YTD 08.26 is —; YTD 08.25: —; YTD 07.26 is 91.8%
MM: YTD 08.26 is —; YTD 08.25: —; YTD 07.26 is 94%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no governed Actual or Forecast value is available for YTD 08.26.
MS: no governed Actual or Forecast value is available for YTD 08.26.
MM: no governed Actual or Forecast value is available for YTD 08.26.
SDS: no governed Actual or Forecast value is available for YTD 08.26.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08.26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Budget / Revenue: no mapped actual rows for this period and entity scope. | Budget / Revenue: no forecast rows for this period, scenario, and entity scope. | Internal Utilization: no mapped actual rows for this period and entity scope. | External Utilization: no mapped actual rows for this period and entity scope. | Capacity: no mapped actual rows for this period and entity scope. | Capacity: no forecast rows for this period, scenario, and entity scope. | World Wide: Budget / Revenue has no actual source rows. | World Wide: Internal Utilization has no actual source rows. | World Wide: External Utilization has no actual source rows. | World Wide: Capacity has no actual source rows. | India: Budget / Revenue has no actual source rows. | India: Internal Utilization has no actual source rows. | India: External Utilization has no actual source rows. | India: Capacity has no actual source rows. | Vietnam: Budget / Revenue has no actual source rows. | Vietnam: Internal Utilization has no actual source rows. | Vietnam: External Utilization has no actual source rows. | Vietnam: Capacity has no actual source rows. | Mexico: Budget / Revenue has no actual source rows. | Mexico: Internal Utilization has no actual source rows. | Mexico: External Utilization has no actual source rows. | Mexico: Capacity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