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World Wide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WW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856.9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32,440.5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BGSW ·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742.5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27,610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Vietnam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BGSV · VN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112.4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4,176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Mexico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NE-MX · MX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654.5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2026 — Deterministic Analysis KPI report</dc:subject>
  <dc:creator>LedgerLM</dc:creator>
  <cp:lastModifiedBy>LedgerLM</cp:lastModifiedBy>
  <cp:revision>1</cp:revision>
  <dcterms:created xsi:type="dcterms:W3CDTF">2026-09-20T14:40:03Z</dcterms:created>
  <dcterms:modified xsi:type="dcterms:W3CDTF">2026-09-20T14:40:03Z</dcterms:modified>
</cp:coreProperties>
</file>