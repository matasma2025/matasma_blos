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2026 MTD · QOQ versus Mar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 Entity P&amp;L rows were found for the selected period and entity scope.  ·  Actual source snapshots are missing (Jun 2026: Revenue Summary and Cost Summary; May 2026: Revenue Summary and Cost Summary; Mar 2026: Revenue Summary and Cost Summary; Feb 2026: Revenue Summary and Cost Summary; Dec 2025: Revenue Summary and Cost Summary); affected P&amp;L values are shown as —, not zero.  ·  No on-roll or outsourcing capacity rows were found for this scope.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2026-09-29T10:48:28Z</dcterms:created>
  <dcterms:modified xsi:type="dcterms:W3CDTF">2026-09-29T10:48:28Z</dcterms:modified>
</cp:coreProperties>
</file>