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8412163"/>
  <p:notesSz cx="8412163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125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3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2496312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19" name="Shape 17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World Wide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2648" y="19568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</a:p>
        </p:txBody>
      </p:sp>
      <p:sp>
        <p:nvSpPr>
          <p:cNvPr id="40" name="Text 38"/>
          <p:cNvSpPr/>
          <p:nvPr/>
        </p:nvSpPr>
        <p:spPr>
          <a:xfrm>
            <a:off x="749808" y="213969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856.9 mUSD is lower by 35.4 mUSD compared with Forecast 892.3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03504" y="313019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</a:p>
        </p:txBody>
      </p:sp>
      <p:sp>
        <p:nvSpPr>
          <p:cNvPr id="43" name="Text 41"/>
          <p:cNvSpPr/>
          <p:nvPr/>
        </p:nvSpPr>
        <p:spPr>
          <a:xfrm>
            <a:off x="740664" y="3313071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85.1%; governed Forecast is unavailable.</a:t>
            </a:r>
          </a:p>
        </p:txBody>
      </p:sp>
      <p:sp>
        <p:nvSpPr>
          <p:cNvPr id="45" name="Text 43"/>
          <p:cNvSpPr/>
          <p:nvPr/>
        </p:nvSpPr>
        <p:spPr>
          <a:xfrm>
            <a:off x="612648" y="425631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</a:p>
        </p:txBody>
      </p:sp>
      <p:sp>
        <p:nvSpPr>
          <p:cNvPr id="46" name="Text 44"/>
          <p:cNvSpPr/>
          <p:nvPr/>
        </p:nvSpPr>
        <p:spPr>
          <a:xfrm>
            <a:off x="749808" y="4439190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77.1%; governed Forecast is unavailable.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5539379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722259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32,440.5 HC is higher by 999.7 HC compared with Forecast 31,440.8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81584" y="7306516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81584" y="6915209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81584" y="7125521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81584" y="7445561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15272" y="7866185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World Wide  •  Slide 1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4626864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BGSW India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88264" y="183806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25424" y="2020941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742.5 mUSD is higher by 20.6 mUSD compared with Forecast 721.9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0083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1912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84.2%; governed Forecast is unavailable.</a:t>
            </a:r>
          </a:p>
        </p:txBody>
      </p:sp>
      <p:sp>
        <p:nvSpPr>
          <p:cNvPr id="45" name="Text 43"/>
          <p:cNvSpPr/>
          <p:nvPr/>
        </p:nvSpPr>
        <p:spPr>
          <a:xfrm>
            <a:off x="600456" y="415102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37616" y="4333904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74.4%; governed Forecast is unavailable.</a:t>
            </a:r>
          </a:p>
        </p:txBody>
      </p:sp>
      <p:sp>
        <p:nvSpPr>
          <p:cNvPr id="48" name="Text 46"/>
          <p:cNvSpPr/>
          <p:nvPr/>
        </p:nvSpPr>
        <p:spPr>
          <a:xfrm>
            <a:off x="640080" y="547737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77240" y="5660254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27,610 HC is higher by 1,164.7 HC compared with Forecast 26,445.3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93776" y="6780393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93776" y="6890121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93776" y="7100433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93776" y="7420473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27464" y="7841097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BGSW  •  Slide 2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6757416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BGSV Vietnam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00456" y="179008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37616" y="197296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112.4 mUSD is higher by 0.6 mUSD compared with Forecast 111.9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0083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1912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89.9%; governed Forecast is unavailable.</a:t>
            </a:r>
          </a:p>
        </p:txBody>
      </p:sp>
      <p:sp>
        <p:nvSpPr>
          <p:cNvPr id="45" name="Text 43"/>
          <p:cNvSpPr/>
          <p:nvPr/>
        </p:nvSpPr>
        <p:spPr>
          <a:xfrm>
            <a:off x="640080" y="423850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77240" y="4421381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91.3%; governed Forecast is unavailable.</a:t>
            </a:r>
          </a:p>
        </p:txBody>
      </p:sp>
      <p:sp>
        <p:nvSpPr>
          <p:cNvPr id="48" name="Text 46"/>
          <p:cNvSpPr/>
          <p:nvPr/>
        </p:nvSpPr>
        <p:spPr>
          <a:xfrm>
            <a:off x="600456" y="55229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37616" y="57058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4,176 HC is higher by 49.6 HC compared with Forecast 4,126.4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38912" y="6885312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38912" y="69950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66344" y="7238089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38912" y="7424611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372600" y="7845235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BGSV  •  Slide 3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8887968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</a:t>
            </a:r>
            <a:endParaRPr lang="en-US" sz="49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/ info to GLs — NE-MX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85216" y="2049252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22376" y="2232132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29.9 mUSD is higher by 1.1 mUSD compared with Forecast 28.8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31767" y="3426999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68927" y="3609879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91.6%; governed Forecast is unavailable.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4941994"/>
            <a:ext cx="3657600" cy="252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124875"/>
            <a:ext cx="10716768" cy="123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654.5 HC is higher by 27.5 HC compared with Forecast 627 HC.</a:t>
            </a:r>
          </a:p>
        </p:txBody>
      </p:sp>
      <p:sp>
        <p:nvSpPr>
          <p:cNvPr id="50" name="Shape 48"/>
          <p:cNvSpPr/>
          <p:nvPr/>
        </p:nvSpPr>
        <p:spPr>
          <a:xfrm>
            <a:off x="521208" y="6793675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21208" y="6903403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&amp; governance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21208" y="7113715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Governed green scope  •  Actuals: Anaplan actuals · unversioned actual export rows  •  Forecast: MBR workbook · YTD Forecast  •  YTD 07.26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21208" y="7433755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Warnings / data-quality notes: Mexico: External Utilization has no actual source rows.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493898" y="7884473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NE-MX  •  Slide 4 of 4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| Governed Enterprise Data | KPI Metrics Board</a:t>
            </a:r>
            <a:endParaRPr lang="en-US" sz="5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BOSCH</a:t>
            </a:r>
            <a:endParaRPr lang="en-US" sz="93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774</Words>
  <Application>Microsoft Office PowerPoint</Application>
  <PresentationFormat>Custom</PresentationFormat>
  <Paragraphs>125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Metrics KPI Report — Four Entity Template</dc:title>
  <dc:subject>Four-entity editable governed KPI Metrics PowerPoint template</dc:subject>
  <dc:creator>LedgerLM</dc:creator>
  <cp:lastModifiedBy>Rahitha</cp:lastModifiedBy>
  <cp:revision>7</cp:revision>
  <dcterms:created xsi:type="dcterms:W3CDTF">2026-09-03T06:22:02Z</dcterms:created>
  <dcterms:modified xsi:type="dcterms:W3CDTF">2026-09-18T08:32:20Z</dcterms:modified>
</cp:coreProperties>
</file>