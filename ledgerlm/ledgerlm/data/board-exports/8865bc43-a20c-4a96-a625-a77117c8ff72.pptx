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World Wide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WW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856.9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85.1%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77.1%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0FDFA"/>
          </a:solidFill>
          <a:ln w="12700">
            <a:solidFill>
              <a:srgbClr val="0F766E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32,440.5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15E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India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BGSW · 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742.5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74.4%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DF2F8"/>
          </a:solidFill>
          <a:ln w="12700">
            <a:solidFill>
              <a:srgbClr val="DB2777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27,610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D1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Vietnam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BGSV · VN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112.4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89.9%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FFBEB"/>
          </a:solidFill>
          <a:ln w="12700">
            <a:solidFill>
              <a:srgbClr val="D97706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4,176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Vietnam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73B4C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201168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60" kern="0" dirty="0">
                <a:solidFill>
                  <a:srgbClr val="CCFB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IMPORTED KPI PRESENTATION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30352" y="43891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Metrics Jul 2026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877824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E6FF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 — Deterministic Analysis · Mexico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475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72768"/>
            <a:ext cx="111282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719072"/>
            <a:ext cx="2011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/ INFO TO GLS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88920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NE-MX · MX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83680" y="1664208"/>
            <a:ext cx="4709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Anaplan actuals · unversioned actual export rows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MBR workbook · YTD Forecast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30352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/ Revenue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29.9 mUSD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31520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099048" y="2468880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651760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Utilization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0216" y="2953512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91.6%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00216" y="3648456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Utilization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—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1520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9048" y="4224528"/>
            <a:ext cx="5349240" cy="1536192"/>
          </a:xfrm>
          <a:prstGeom prst="roundRect">
            <a:avLst>
              <a:gd name="adj" fmla="val 3571"/>
            </a:avLst>
          </a:prstGeom>
          <a:solidFill>
            <a:srgbClr val="F5F3FF"/>
          </a:solidFill>
          <a:ln w="12700">
            <a:solidFill>
              <a:srgbClr val="7C3AED">
                <a:alpha val="2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0216" y="4407408"/>
            <a:ext cx="4946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0216" y="4709160"/>
            <a:ext cx="4946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654.5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00216" y="5404104"/>
            <a:ext cx="49469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Forecast: —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6144768"/>
            <a:ext cx="8686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Mexico · Jul 2026 · July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8412480" y="614476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21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· GOVERNED ENTERPRISE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LedgerLM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— Deterministic Analysis</dc:title>
  <dc:subject>2026 — Deterministic Analysis KPI report</dc:subject>
  <dc:creator>LedgerLM</dc:creator>
  <cp:lastModifiedBy>LedgerLM</cp:lastModifiedBy>
  <cp:revision>1</cp:revision>
  <dcterms:created xsi:type="dcterms:W3CDTF">2026-09-20T14:40:12Z</dcterms:created>
  <dcterms:modified xsi:type="dcterms:W3CDTF">2026-09-20T14:40:12Z</dcterms:modified>
</cp:coreProperties>
</file>