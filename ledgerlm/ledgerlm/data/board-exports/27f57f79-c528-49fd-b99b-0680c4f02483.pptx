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84048" y="104241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6052" y="107442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 item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258568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90572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23944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55948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2026 MTD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989320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21324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 2025 YE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854696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6700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Variance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720072" y="104241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52076" y="107442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84048" y="134793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" y="137993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58568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90572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123944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5948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989320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21324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54696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6700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20072" y="134793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52076" y="137993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84048" y="1653450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" y="1685454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Benefits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258568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90572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123944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55948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989320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21324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854696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6700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9720072" y="1653450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2076" y="1685454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4048" y="195896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" y="199097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Outsourcing Cost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58568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90572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23944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55948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989320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21324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854696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86700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720072" y="195896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52076" y="199097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4048" y="226448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" y="229648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Consultancy Charges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58568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90572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23944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55948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989320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21324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854696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86700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720072" y="226448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52076" y="229648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84048" y="257000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6052" y="260200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Charges &amp; Other Revenue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258568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90572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4123944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55948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5989320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21324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854696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86700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720072" y="257000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752076" y="260200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84048" y="287551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6052" y="290752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Facilities Cost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258568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90572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123944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55948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5989320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21324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7854696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886700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9720072" y="287551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52076" y="290752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84048" y="318103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16052" y="321304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Expenses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258568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290572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4123944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155948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5989320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21324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854696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86700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720072" y="318103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752076" y="321304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384048" y="3486553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6052" y="3518557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Expenses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2258568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290572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4123944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55948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5989320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21324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854696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886700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9720072" y="3486553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752076" y="3518557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384048" y="379207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16052" y="382407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2258568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290572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4123944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155948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989320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21324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7854696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886700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9720072" y="379207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752076" y="382407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84048" y="4097588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16052" y="4129592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EBIT%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258568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290572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4123944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155948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5989320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21324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7854696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886700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9720072" y="4097588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9752076" y="4129592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384048" y="4403105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16052" y="4435109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On-roll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258568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2290572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28,671.5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4123944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155948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5989320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021324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7854696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886700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9720072" y="4403105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9752076" y="4435109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84048" y="4708622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16052" y="4740626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Capacity Outsourcing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2258568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2290572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3,884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123944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155948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989320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21324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7854696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886700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9720072" y="4708622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752076" y="4740626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384048" y="5014139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16052" y="5046143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End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2258568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2290572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32,555.5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4123944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155948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5989320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021324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7854696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886700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9720072" y="5014139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752076" y="5046143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384048" y="5319656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16052" y="5351660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Overall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258568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290572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4123944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155948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5989320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021324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7854696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886700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9720072" y="5319656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752076" y="5351660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384048" y="5625174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16052" y="5657178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Capacity Outsourcing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2258568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290572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4123944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155948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0" name="Shape 188"/>
          <p:cNvSpPr/>
          <p:nvPr/>
        </p:nvSpPr>
        <p:spPr>
          <a:xfrm>
            <a:off x="5989320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021324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2" name="Shape 190"/>
          <p:cNvSpPr/>
          <p:nvPr/>
        </p:nvSpPr>
        <p:spPr>
          <a:xfrm>
            <a:off x="7854696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886700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>
            <a:off x="9720072" y="5625174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9752076" y="5657178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196" name="Shape 194"/>
          <p:cNvSpPr/>
          <p:nvPr/>
        </p:nvSpPr>
        <p:spPr>
          <a:xfrm>
            <a:off x="384048" y="5930691"/>
            <a:ext cx="1874520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16052" y="5962695"/>
            <a:ext cx="1810512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Average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2258568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290572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4123944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155948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5989320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021324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4" name="Shape 202"/>
          <p:cNvSpPr/>
          <p:nvPr/>
        </p:nvSpPr>
        <p:spPr>
          <a:xfrm>
            <a:off x="7854696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886700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6" name="Shape 204"/>
          <p:cNvSpPr/>
          <p:nvPr/>
        </p:nvSpPr>
        <p:spPr>
          <a:xfrm>
            <a:off x="9720072" y="5930691"/>
            <a:ext cx="1865376" cy="305517"/>
          </a:xfrm>
          <a:prstGeom prst="rect">
            <a:avLst/>
          </a:prstGeom>
          <a:solidFill>
            <a:srgbClr val="FFFFFF"/>
          </a:solidFill>
          <a:ln w="5080">
            <a:solidFill>
              <a:srgbClr val="D8DEE4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9752076" y="5962695"/>
            <a:ext cx="1801368" cy="24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2026-09-29T15:41:00Z</dcterms:created>
  <dcterms:modified xsi:type="dcterms:W3CDTF">2026-09-29T15:41:00Z</dcterms:modified>
</cp:coreProperties>
</file>