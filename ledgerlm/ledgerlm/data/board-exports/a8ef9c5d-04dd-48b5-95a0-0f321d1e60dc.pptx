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3B4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Entity P&amp;L – All entities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93192" y="713232"/>
            <a:ext cx="111556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66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 2026 MTD · QOQ versus Apr 2026 MTD · Values in INR</a:t>
            </a:r>
            <a:endParaRPr lang="en-US" sz="9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042416"/>
          <a:ext cx="11201400" cy="5193792"/>
        </p:xfrm>
        <a:graphic>
          <a:graphicData uri="http://schemas.openxmlformats.org/drawingml/2006/table">
            <a:tbl>
              <a:tblPr/>
              <a:tblGrid>
                <a:gridCol w="1874520"/>
                <a:gridCol w="1865376"/>
                <a:gridCol w="1865376"/>
                <a:gridCol w="1865376"/>
                <a:gridCol w="1865376"/>
                <a:gridCol w="1865376"/>
              </a:tblGrid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Line item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Jul 2026 MTD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Apr 2026 MTD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 2025 YE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Variance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Revenue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Employee Benefits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Outsourcing Cost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Consultancy Charges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 Charges &amp; Other Revenue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Facilities Cost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Other Expenses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Expenses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EBIT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EBIT%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End Capacity On-roll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28,671.5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End Capacity Outsourcing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3,884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End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32,555.5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Avg Capacity Overall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Avg Capacity Outsourcing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Average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00" dirty="0">
                          <a:solidFill>
                            <a:srgbClr val="1F293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84048" y="6336792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source snapshots are missing (Jun 2026: Revenue Summary and Cost Summary; Apr 2026: Revenue Summary and Cost Summary; Mar 2026: Revenue Summary and Cost Summary; Dec 2025: Revenue Summary and Cost Summary); affected P&amp;L values are shown as —, not zero.  ·  Capacity snapshots are missing for Apr 2026 MTD, Dec 2025 YE; affected end-capacity values are shown as —.  ·  YTD capacity averages are unavailable because monthly capacity snapshots are incomplete: Jul 2026 MTD (missing Jan 2026, Feb 2026, Mar 2026, Apr 2026, May 2026, Jun 2026); Apr 2026 MTD (missing Jan 2026, Feb 2026, Mar 2026, Apr 2026); Dec 2025 YE (missing Jan 2025, Feb 2025, Mar 2025, Apr 2025, May 2025, Jun 2025, Jul 2025, Aug 2025, Sep 2025, Oct 2025, Nov 2025, Dec 2025).</a:t>
            </a:r>
            <a:endParaRPr lang="en-US" sz="6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— Deterministic Analysis</dc:title>
  <dc:subject>Entity P&amp;L standalone analysis</dc:subject>
  <dc:creator>LedgerLM</dc:creator>
  <cp:lastModifiedBy>LedgerLM</cp:lastModifiedBy>
  <cp:revision>1</cp:revision>
  <dcterms:created xsi:type="dcterms:W3CDTF">2026-09-29T11:20:21Z</dcterms:created>
  <dcterms:modified xsi:type="dcterms:W3CDTF">2026-09-29T11:20:21Z</dcterms:modified>
</cp:coreProperties>
</file>